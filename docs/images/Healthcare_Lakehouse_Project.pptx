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0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37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Lakehouse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on Microsoft Fabric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 •  SCD Type 2  •  PII Protection  •  RLS / CLS / DDM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Rocha  |  Data Engineer  |  github.com/alexsrocha82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healthcare data platform simulating a real-world production environment, from raw data ingestion to executive dashboards.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Trial (60-day, F64 capacity) — all components in a single unified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patients, providers, departments, encounters (consultations), insurance plans, ICD-10 diagnosis codes.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architecture, CDC ingestion, SCD Type 2, PII pseudonymization, data quality framework, RLS/CLS/DDM, DirectLake BI.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Data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1463040" cy="1463040"/>
          </a:xfrm>
          <a:prstGeom prst="rect">
            <a:avLst/>
          </a:prstGeom>
          <a:solidFill>
            <a:srgbClr val="71809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(Synthetic)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463040"/>
            <a:ext cx="1463040" cy="1463040"/>
          </a:xfrm>
          <a:prstGeom prst="rect">
            <a:avLst/>
          </a:prstGeom>
          <a:solidFill>
            <a:srgbClr val="B779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463040"/>
            <a:ext cx="1463040" cy="1463040"/>
          </a:xfrm>
          <a:prstGeom prst="rect">
            <a:avLst/>
          </a:prstGeom>
          <a:solidFill>
            <a:srgbClr val="71809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(Trusted)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463040"/>
            <a:ext cx="1463040" cy="1463040"/>
          </a:xfrm>
          <a:prstGeom prst="rect">
            <a:avLst/>
          </a:prstGeom>
          <a:solidFill>
            <a:srgbClr val="D69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Schema)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463040"/>
            <a:ext cx="1463040" cy="1463040"/>
          </a:xfrm>
          <a:prstGeom prst="rect">
            <a:avLst/>
          </a:prstGeom>
          <a:solidFill>
            <a:srgbClr val="6B46C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(Warehouse)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+ CDC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daily batches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columns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 + DQ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 + Dedup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history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DDM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CLS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pl_healthcare_medallion — orchestrates all 4 notebooks in sequence (~10 min)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 Layer — Raw Ingestion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CSVs from Files/landing/ with recursiveFileLookup=true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preserved as STRING (inferSchema=false) — prevents silent null conversion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68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audit columns added: _source_file, _load_date, _ingested_at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full overwrite from landing on each run (incremental via Structured Streaming planned)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182880" cy="1828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749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tables: departments (8), insurance_plans (6), providers (~50), patients (~900), encounters (~1,800)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Never transform in Bronze. It is the immutable, replayable record of what was received.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Layer — Trusted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 with failure detection — bad values flagged, not silently dropped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3931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DQ rules per entity. Failed rows → quarantine table (audit trail)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3931920" cy="5486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SSN creates patient_hash_id. PII split to restricted 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3931920" cy="54864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Dedup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 window function keeps only the latest version per business key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 Layer — Star Schema + SCD Type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45892" y="2332857"/>
            <a:ext cx="2743200" cy="128016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4949" y="2332857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fact_encounters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1,685 rows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16656" y="847526"/>
            <a:ext cx="182880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75713" y="78838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286000" cy="822960"/>
          </a:xfrm>
          <a:prstGeom prst="rect">
            <a:avLst/>
          </a:prstGeom>
          <a:solidFill>
            <a:srgbClr val="D69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dim_patient (SCD2)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2286000" cy="822960"/>
          </a:xfrm>
          <a:prstGeom prst="rect">
            <a:avLst/>
          </a:prstGeom>
          <a:solidFill>
            <a:srgbClr val="D69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dim_provider (SCD2)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201168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57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dim_department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201168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657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dim_insurance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— Defense in Depth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PII Vault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(Silver)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280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physically separated into restricted table. Analytics table has NO PII.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DDM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masked as XXX-XX-3172. Email as jXXX@XXXX.com. Only UNMASK users see real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RLS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filtered by region. Northeast analyst sees only Northeast data.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RLS/CLS/DDM only affect Viewers in Fabric. Admins bypass by design.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surrogate keys on simple dimensions?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Z-ordering, bloom filters and predicate pushdown make string key JOINs nearly as fast as integer SKs in modern lakehouse architectures. SKs kept only for SCD2 (version uniqueness).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Gold read from Bronze instead of Silver?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deduplicates to current state. SCD2 needs the full CDC history. Both layers serve different purposes.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views in the Warehouse instead of tables?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avoid data duplication and eliminate sync pipelines. Only patients_pii is a table (DDM requires ALTER TABLE).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DirectLake and not Import mode?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 reads directly from Delta files — zero copy, near real-time, no refresh needed. It's Fabric's key differentiator.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2606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Fabric (Trial F64)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OneLake — Delta Lake / Parquet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 (PySpark)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 Data Pipelines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 Warehouse (T-SQL)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(DirectLake)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Faker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RLS, CLS, DDM, PII Vault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Fabric Git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github.com/alexsrocha82/fabric-healthcare-lakehouse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— no real patient information was used.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Rocha  •  Data Engineer  •  @alexsrocha82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679</Words>
  <Application>Microsoft Office PowerPoint</Application>
  <PresentationFormat>Apresentação na tela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Lakehouse — End-to-End on Microsoft Fabric</dc:title>
  <dc:subject>PptxGenJS Presentation</dc:subject>
  <dc:creator>Alex Rocha</dc:creator>
  <cp:lastModifiedBy>Pichau</cp:lastModifiedBy>
  <cp:revision>2</cp:revision>
  <dcterms:created xsi:type="dcterms:W3CDTF">2026-06-03T21:47:40Z</dcterms:created>
  <dcterms:modified xsi:type="dcterms:W3CDTF">2026-06-03T22:58:06Z</dcterms:modified>
</cp:coreProperties>
</file>